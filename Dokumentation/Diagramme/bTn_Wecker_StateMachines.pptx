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Alarm-State-Machine  ·  alarmTask (Core 0, Pri 2)  ·  Takt: 500 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60120" y="3063240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3200400"/>
            <a:ext cx="41148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1645920" y="25603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BDD7EE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2606040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ALARM_IDLE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Alarm aktiv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955280" y="25603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CE4D6"/>
          </a:solidFill>
          <a:ln w="25400">
            <a:solidFill>
              <a:srgbClr val="833C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2606040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ALARM_RUNNING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MP3 spielt / Ausgänge aktiv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2926080"/>
            <a:ext cx="374904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4389120" y="2697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sec==0 · min==aX_min · hour==aX_hour · min≠lastAXMin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 flipH="1">
            <a:off x="4206240" y="3474720"/>
            <a:ext cx="374904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4389120" y="3584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playerStatus == 0  (MP3 beendet)  ·  alle ALARM_POLL_MS (5 s)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6080760" y="3200400"/>
            <a:ext cx="1874520" cy="13716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4206240" y="3200400"/>
            <a:ext cx="1874520" cy="13716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3931920" y="4663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S1: manueller Abbruch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 flipV="1">
            <a:off x="10515600" y="2011680"/>
            <a:ext cx="914400" cy="5486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10515600" y="2011680"/>
            <a:ext cx="914400" cy="5486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9144000" y="1810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ALARM_POLL_MS: readState()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5029200"/>
            <a:ext cx="11430000" cy="1463040"/>
          </a:xfrm>
          <a:prstGeom prst="rect">
            <a:avLst/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Bedingungen IDLE → RUNNING: 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aX_on=true · sec==0 · min==aX_min · hour==aX_hour · min≠lastAXMin · playFolder() unter playerMutex erfolgreich (9v14: kein stiller Alarm bei Mutex-Timeout)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1 Vorrang: 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2 nur via else-if geprüft → Alarm 1 hat Vorrang bei gleicher Zeit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playerStatus: 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 0 (9v4: war &lt; 1) verhindert Fehlabbruch bei readState()-Timeout (UART-Konflikt mit webLogTask)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Kuckuck-State-Machine  ·  alarmTask (Core 0, Pri 2)  ·  Takt: 500 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60120" y="3063240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3200400"/>
            <a:ext cx="41148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1645920" y="25603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E2EFDA"/>
          </a:solidFill>
          <a:ln w="25400">
            <a:solidFill>
              <a:srgbClr val="37562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2606040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CUCKOO_IDLE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955280" y="25603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EDE7F6"/>
          </a:solidFill>
          <a:ln w="25400">
            <a:solidFill>
              <a:srgbClr val="4A14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2606040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CUCKOO_RUNNING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HIGH · Kuckuck aktiv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2926080"/>
            <a:ext cx="374904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4389120" y="2697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min==0 · sec==0 · cuckoo_on · Zeitfenster OK · !alarmThisHour · min≠lastCuckooMin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 flipH="1">
            <a:off x="4206240" y="3474720"/>
            <a:ext cx="374904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4389120" y="3584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CUCKOO_DURATION_MS (7,5 s) abgelaufen  →  E1 LOW · lastCuckooMin=0xFF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06240" y="3200400"/>
            <a:ext cx="1874520" cy="14630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6080760" y="3200400"/>
            <a:ext cx="1874520" cy="14630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3931920" y="4754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(kein Alarm aktiv): manuell auslösen · unabhängig von Zeitfenster &amp; cuckoo_on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5029200"/>
            <a:ext cx="11430000" cy="146304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Zeitfenster: 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cuckoo_onTime ≤ hour ≤ cuckoo_offTime  (normal). Mitternacht-Überlauf: hour ≥ onTime ODER hour ≤ offTime.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alarmThisHour: 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(a1_on &amp;&amp; a1_min==0 &amp;&amp; hour==a1_hour) || (a2_on &amp;&amp; a2_min==0 &amp;&amp; hour==a2_hour)  → Kuckuck unterdrückt.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Minuten-Sperre: 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lastCuckooMin = t_min nach Auslösung; = 0xFF nach CUCKOO_RUNNING→IDLE (Sperre aufheben).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Touch-State-Machine  ·  touchTask (Core 0, Pri 2)  ·  Takt: TOUCH_POLL_MS (50 ms)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2971800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3108960"/>
            <a:ext cx="41148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1188720" y="24231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BDD7EE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46888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TS_IDLE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Touch aktiv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24231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25400">
            <a:solidFill>
              <a:srgbClr val="833C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46888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TS_PRESSED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108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Hold-Erkennung läuft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24231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ln w="25400">
            <a:solidFill>
              <a:srgbClr val="4A14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0" y="246888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TS_REPEAT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3108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aktiv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2743200"/>
            <a:ext cx="146304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301752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ON  +  sofort EVT_TX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 flipH="1">
            <a:off x="3474720" y="3246120"/>
            <a:ext cx="146304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301752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OFF (vor HOLD)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223760" y="2743200"/>
            <a:ext cx="146304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676656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TOUCH_HOLD_MS (750 ms)  +  EVT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 flipH="1">
            <a:off x="6080760" y="3566160"/>
            <a:ext cx="2606040" cy="10058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H="1" flipV="1">
            <a:off x="3474720" y="3566160"/>
            <a:ext cx="2606040" cy="10058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4389120" y="4663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OFF  →  TS_IDLE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 flipV="1">
            <a:off x="8686800" y="1645920"/>
            <a:ext cx="2286000" cy="7772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972800" y="1645920"/>
            <a:ext cx="9144" cy="7772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8046720" y="1481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TOUCH_REPEAT_MS (250 ms)  →  EVT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972800" y="1645920"/>
            <a:ext cx="9144" cy="7772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65760" y="5029200"/>
            <a:ext cx="1143000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Schwellwert: 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padWert &lt; (baseline − TOUCH_DROP=150)  → Touch erkannt. Fallback wenn baseline &lt; TOUCH_DROP: 80% der Baseline.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Exklusivität: 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Sobald ein Pad aktiv (TS_PRESSED/TS_REPEAT), alle anderen ignoriert. Baseline-Rekalibrierung alle 10 min im TS_IDLE.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 Debouncing: 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S1–S3: Flanken &lt; BTN_DEBOUNCE_MS (30 ms) in ISR verworfen → saubere Queue. Aktionssperre inputTask: BTN_LOCKOUT_MS (1000 ms).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UI-State-Machine  ·  inputTask (Core 1, Pri 2)  +  displayTask (Core 1, Pri 1)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31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UI_CLOCK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6858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CE4D6"/>
          </a:solidFill>
          <a:ln w="25400">
            <a:solidFill>
              <a:srgbClr val="833C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731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UI_ALARM1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6858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CE4D6"/>
          </a:solidFill>
          <a:ln w="25400">
            <a:solidFill>
              <a:srgbClr val="833C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731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UI_ALARM2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6858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25400">
            <a:solidFill>
              <a:srgbClr val="37562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731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UI_SOUND1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6858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25400">
            <a:solidFill>
              <a:srgbClr val="37562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731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UI_SOUND2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52560" y="6858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EDE7F6"/>
          </a:solidFill>
          <a:ln w="25400">
            <a:solidFill>
              <a:srgbClr val="4A14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52560" y="731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UI_FUNCS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20240" y="1143000"/>
            <a:ext cx="18288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1097280" y="978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0" y="1143000"/>
            <a:ext cx="18288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2834640" y="978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94960" y="1143000"/>
            <a:ext cx="18288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4572000" y="978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32320" y="1143000"/>
            <a:ext cx="18288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6309360" y="978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869680" y="1143000"/>
            <a:ext cx="18288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8046720" y="978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052560" y="201168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EDE7F6"/>
          </a:solidFill>
          <a:ln w="25400">
            <a:solidFill>
              <a:srgbClr val="4A14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5256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UI_CUCKOO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5256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829800" y="1600200"/>
            <a:ext cx="9144" cy="41148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900684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 flipH="1">
            <a:off x="4709160" y="2468880"/>
            <a:ext cx="4343400" cy="73152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flipH="1" flipV="1">
            <a:off x="1920240" y="2468880"/>
            <a:ext cx="2788920" cy="73152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3474720" y="32735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 flipV="1">
            <a:off x="1920240" y="1600200"/>
            <a:ext cx="9144" cy="160020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365760" y="41148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25400">
            <a:solidFill>
              <a:srgbClr val="59595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6576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UI_INFO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4572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Info-Seite (S3)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 flipH="1">
            <a:off x="91440" y="1600200"/>
            <a:ext cx="1051560" cy="12344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1440" y="2834640"/>
            <a:ext cx="1051560" cy="128016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46" name="Text 44"/>
          <p:cNvSpPr/>
          <p:nvPr/>
        </p:nvSpPr>
        <p:spPr>
          <a:xfrm>
            <a:off x="-868680" y="26517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82880" y="2560320"/>
            <a:ext cx="182880" cy="201168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 flipV="1">
            <a:off x="182880" y="1143000"/>
            <a:ext cx="182880" cy="141732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49" name="Text 47"/>
          <p:cNvSpPr/>
          <p:nvPr/>
        </p:nvSpPr>
        <p:spPr>
          <a:xfrm>
            <a:off x="-822960" y="2331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103120" y="4343400"/>
            <a:ext cx="758952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320040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(von jeder Seite) ──▶ UI_INFO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 flipH="1">
            <a:off x="1920240" y="4343400"/>
            <a:ext cx="278892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2926080" y="3977640"/>
            <a:ext cx="2286000" cy="50292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7180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 → WiFi-Konfigurator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(clearWifiCredentials + restart)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 flipH="1" flipV="1">
            <a:off x="1828800" y="4352544"/>
            <a:ext cx="91440" cy="12801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 flipV="1">
            <a:off x="1828800" y="4224528"/>
            <a:ext cx="1097280" cy="12801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57" name="Text 55"/>
          <p:cNvSpPr/>
          <p:nvPr/>
        </p:nvSpPr>
        <p:spPr>
          <a:xfrm>
            <a:off x="548640" y="4251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926080" y="4617720"/>
            <a:ext cx="2286000" cy="502920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71800" y="4617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→ Werksreset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(nvs_flash_erase + restart)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 flipH="1">
            <a:off x="1828800" y="4663440"/>
            <a:ext cx="91440" cy="10058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1828800" y="4764024"/>
            <a:ext cx="1097280" cy="10058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62" name="Text 60"/>
          <p:cNvSpPr/>
          <p:nvPr/>
        </p:nvSpPr>
        <p:spPr>
          <a:xfrm>
            <a:off x="548640" y="46542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1005840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4320" y="1143000"/>
            <a:ext cx="91440" cy="9144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arrow"/>
          </a:ln>
        </p:spPr>
      </p:sp>
      <p:sp>
        <p:nvSpPr>
          <p:cNvPr id="65" name="Shape 63"/>
          <p:cNvSpPr/>
          <p:nvPr/>
        </p:nvSpPr>
        <p:spPr>
          <a:xfrm>
            <a:off x="1828800" y="3291840"/>
            <a:ext cx="7772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Auto-Rückkehr nach AUTO_RETURN_MS (20 s) ohne Touch → UI_CLOCK  (ab 9v6: auch von UI_INFO · S3 aktualisiert lastTouchMs seit 9v7)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T2/T3/T4 State-spezifisch:  </a:t>
            </a:r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onClock (Vol±) · onAlarm1/2 (Std/Min) · onSound1/2 (Datei/Vorschau) · onFuncs (Kuckuck/Licht/Mühlrad) · onCuckooTime (Von/Bis) · onInfo (WiFi/Reset)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bTn Wecker 9v14 – State-Machine-Diagramme</dc:title>
  <dc:subject>PptxGenJS Presentation</dc:subject>
  <dc:creator>PptxGenJS</dc:creator>
  <cp:lastModifiedBy>PptxGenJS</cp:lastModifiedBy>
  <cp:revision>1</cp:revision>
  <dcterms:created xsi:type="dcterms:W3CDTF">2026-04-11T12:44:07Z</dcterms:created>
  <dcterms:modified xsi:type="dcterms:W3CDTF">2026-04-11T12:44:07Z</dcterms:modified>
</cp:coreProperties>
</file>