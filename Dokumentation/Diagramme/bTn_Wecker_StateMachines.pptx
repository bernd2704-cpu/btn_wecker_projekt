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Alarm-State-Machine  ·  alarmTask (Core 0, Pri 2)  ·  Takt: 500 ms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" y="3063240"/>
            <a:ext cx="274320" cy="2743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3200400"/>
            <a:ext cx="4114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1645920" y="25603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2606040"/>
            <a:ext cx="2560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Alarm aktiv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955280" y="25603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0" y="2606040"/>
            <a:ext cx="2560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spielt / Ausgänge aktiv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2926080"/>
            <a:ext cx="3749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43891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sec==0  ·  min==aX_min  ·  hour==aX_hour  ·  min≠lastAXMin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 flipH="1">
            <a:off x="4206240" y="3474720"/>
            <a:ext cx="3749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4389120" y="3584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 &lt; 1  (MP3 beendet)  ·  alle ALARM_POLL_MS (5 s)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 flipH="1">
            <a:off x="6080760" y="3200400"/>
            <a:ext cx="1874520" cy="13716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flipH="1" flipV="1">
            <a:off x="4206240" y="3200400"/>
            <a:ext cx="1874520" cy="13716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3931920" y="46634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S1: manueller Abbruch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 flipV="1">
            <a:off x="10515600" y="2011680"/>
            <a:ext cx="914400" cy="5486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flipH="1">
            <a:off x="10515600" y="2011680"/>
            <a:ext cx="914400" cy="5486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9144000" y="18105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ALARM_POLL_MS: readState()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5029200"/>
            <a:ext cx="11430000" cy="1280160"/>
          </a:xfrm>
          <a:prstGeom prst="rect">
            <a:avLst>
              <a:gd name="adj" fmla="val 5714"/>
            </a:avLst>
          </a:prstGeom>
          <a:solidFill>
            <a:srgbClr val="FFFDE7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Bedingungen IDLE → RUNNING: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aX_on=true · sec==0 · min==aX_min · hour==aX_hour · min≠lastAXMin (Minuten-Sperre)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1 Vorrang: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2 nur via else-if geprüft → Alarm 1 hat Vorrang bei gleicher Zeit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playerMutex: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schützt playFolder()- und readState()-Aufrufe. vTaskDelay(1ms) liegt außerhalb des Mutex.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Kuckuck-State-Machine  ·  alarmTask (Core 0, Pri 2)  ·  Takt: 500 ms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60120" y="3063240"/>
            <a:ext cx="274320" cy="2743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3200400"/>
            <a:ext cx="4114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1645920" y="25603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2606040"/>
            <a:ext cx="2560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955280" y="25603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0" y="2606040"/>
            <a:ext cx="2560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0" y="32004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HIGH · Kuckuck aktiv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2926080"/>
            <a:ext cx="3749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43891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min==0 · sec==0 · cuckoo_on · Zeitfenster OK · !alarmThisHour · min≠lastCuckooMin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 flipH="1">
            <a:off x="4206240" y="3474720"/>
            <a:ext cx="3749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4389120" y="3584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CUCKOO_DURATION_MS (7,5 s) abgelaufen  →  E1 LOW · lastCuckooMin=0xFF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06240" y="3200400"/>
            <a:ext cx="1874520" cy="14630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 flipV="1">
            <a:off x="6080760" y="3200400"/>
            <a:ext cx="1874520" cy="14630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3931920" y="47548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(kein Alarm aktiv): manuell auslösen · unabhängig von Zeitfenster &amp; cuckoo_on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solidFill>
            <a:srgbClr val="F3E5F5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Zeitfenster-Prüfung: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cuckoo_onTime ≤ hour ≤ cuckoo_offTime  (normal). Bei Mitternacht-Überlauf (z.B. 22–06): hour ≥ onTime ODER hour ≤ offTime.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alarmThisHour: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(a1_on &amp;&amp; a1_min==0 &amp;&amp; hour==a1_hour) || (a2_on &amp;&amp; a2_min==0 &amp;&amp; hour==a2_hour)  → Kuckuck unterdrückt.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lastCuckooMin wird auf t_min gesetzt und erst nach CUCKOO_RUNNING→IDLE auf 0xFF zurückgesetzt.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Touch-State-Machine  ·  touchTask (Core 0, Pri 2)  ·  Takt: TOUCH_POLL_MS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274320" cy="2743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108960"/>
            <a:ext cx="4114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1188720" y="242316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2468880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3108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Touch aktiv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937760" y="242316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2468880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TS_PRESSED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3108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Hold-Erkennung läuft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242316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0" y="2468880"/>
            <a:ext cx="22860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TS_REPEAT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0" y="3108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aktiv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2743200"/>
            <a:ext cx="1463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301752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ON  +  sofort EVT_TX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 flipH="1">
            <a:off x="3474720" y="3246120"/>
            <a:ext cx="1463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3017520" y="33649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(vor HOLD)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223760" y="2743200"/>
            <a:ext cx="14630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6766560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TOUCH_HOLD_MS (750 ms)  +  EVT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 flipH="1">
            <a:off x="6080760" y="3566160"/>
            <a:ext cx="2606040" cy="10058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 flipH="1" flipV="1">
            <a:off x="3474720" y="3566160"/>
            <a:ext cx="2606040" cy="10058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4389120" y="46634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 →  TS_IDLE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8686800" y="1645920"/>
            <a:ext cx="2286000" cy="7772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10972800" y="1645920"/>
            <a:ext cx="9144" cy="7772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8046720" y="14813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TOUCH_REPEAT_MS (250 ms)  →  EVT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0972800" y="1645920"/>
            <a:ext cx="9144" cy="7772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Schwellwert: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padWert &lt; (baseline − TOUCH_DROP)  → Touch erkannt. Fallback wenn baseline &lt; TOUCH_DROP: 80% der Baseline.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Exklusivität: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Sobald ein Pad aktiv ist (TS_PRESSED/TS_REPEAT) werden alle anderen Pads ignoriert.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 Debouncing (Stufe 1):  </a:t>
            </a:r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Flanken &lt; BTN_DEBOUNCE_MS (30 ms) werden in der ISR verworfen → saubere Queue. Stufe 2 (inputTask): BTN_LOCKOUT_MS (1000 ms) Aktionssperre.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UI-State-Machine  ·  inputTask (Core 1, Pri 2)  +  displayTask (Core 1, Pri 1)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UI_CLOCK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0312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84048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57784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57784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7784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52560" y="685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52560" y="731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UI_FUNCS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143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5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20240" y="1143000"/>
            <a:ext cx="1828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3" name="Text 21"/>
          <p:cNvSpPr/>
          <p:nvPr/>
        </p:nvSpPr>
        <p:spPr>
          <a:xfrm>
            <a:off x="1097280" y="978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1143000"/>
            <a:ext cx="1828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2834640" y="978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94960" y="1143000"/>
            <a:ext cx="1828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4572000" y="978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32320" y="1143000"/>
            <a:ext cx="1828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6309360" y="978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869680" y="1143000"/>
            <a:ext cx="18288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8046720" y="978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052560" y="201168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05256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UI_CUCKOO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05256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829800" y="1600200"/>
            <a:ext cx="9144" cy="41148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36" name="Text 34"/>
          <p:cNvSpPr/>
          <p:nvPr/>
        </p:nvSpPr>
        <p:spPr>
          <a:xfrm>
            <a:off x="9006840" y="15361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 flipH="1">
            <a:off x="4709160" y="2468880"/>
            <a:ext cx="4343400" cy="73152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 flipH="1" flipV="1">
            <a:off x="1920240" y="2468880"/>
            <a:ext cx="2788920" cy="73152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3474720" y="32735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 flipV="1">
            <a:off x="1920240" y="1600200"/>
            <a:ext cx="9144" cy="16002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365760" y="4114800"/>
            <a:ext cx="1554480" cy="9144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25400">
            <a:solidFill>
              <a:srgbClr val="59595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5760" y="41605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UI_INFO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65760" y="4572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Info-Seite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flipH="1">
            <a:off x="91440" y="1600200"/>
            <a:ext cx="1051560" cy="123444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1440" y="2834640"/>
            <a:ext cx="1051560" cy="128016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-868680" y="26517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 flipH="1" flipV="1">
            <a:off x="182880" y="2560320"/>
            <a:ext cx="182880" cy="201168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 flipV="1">
            <a:off x="182880" y="1143000"/>
            <a:ext cx="182880" cy="141732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49" name="Text 47"/>
          <p:cNvSpPr/>
          <p:nvPr/>
        </p:nvSpPr>
        <p:spPr>
          <a:xfrm>
            <a:off x="-822960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103120" y="4343400"/>
            <a:ext cx="75895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3200400" y="4160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(von jeder Seite) ──▶ UI_INFO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 flipH="1">
            <a:off x="1920240" y="4343400"/>
            <a:ext cx="278892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53" name="Shape 51"/>
          <p:cNvSpPr/>
          <p:nvPr/>
        </p:nvSpPr>
        <p:spPr>
          <a:xfrm>
            <a:off x="2926080" y="3977640"/>
            <a:ext cx="2286000" cy="502920"/>
          </a:xfrm>
          <a:prstGeom prst="rect">
            <a:avLst/>
          </a:prstGeom>
          <a:solidFill>
            <a:srgbClr val="FFF9C4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26080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 → WiFi-Konfigurator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(clearWifiCredentials + restart)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 flipH="1" flipV="1">
            <a:off x="1828800" y="4352544"/>
            <a:ext cx="91440" cy="12801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 flipV="1">
            <a:off x="1828800" y="4224528"/>
            <a:ext cx="1097280" cy="128016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57" name="Text 55"/>
          <p:cNvSpPr/>
          <p:nvPr/>
        </p:nvSpPr>
        <p:spPr>
          <a:xfrm>
            <a:off x="548640" y="42519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926080" y="4617720"/>
            <a:ext cx="2286000" cy="502920"/>
          </a:xfrm>
          <a:prstGeom prst="rect">
            <a:avLst/>
          </a:prstGeom>
          <a:solidFill>
            <a:srgbClr val="FCE4D6"/>
          </a:solidFill>
          <a:ln w="12700">
            <a:solidFill>
              <a:srgbClr val="833C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26080" y="4617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→ Werksreset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(nvs_flash_erase + restart)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 flipH="1">
            <a:off x="1828800" y="4663440"/>
            <a:ext cx="91440" cy="10058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1828800" y="4764024"/>
            <a:ext cx="1097280" cy="10058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62" name="Text 60"/>
          <p:cNvSpPr/>
          <p:nvPr/>
        </p:nvSpPr>
        <p:spPr>
          <a:xfrm>
            <a:off x="548640" y="46542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0" y="1005840"/>
            <a:ext cx="274320" cy="27432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4320" y="1143000"/>
            <a:ext cx="91440" cy="9144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arrow"/>
          </a:ln>
        </p:spPr>
      </p:sp>
      <p:sp>
        <p:nvSpPr>
          <p:cNvPr id="65" name="Shape 63"/>
          <p:cNvSpPr/>
          <p:nvPr/>
        </p:nvSpPr>
        <p:spPr>
          <a:xfrm>
            <a:off x="1828800" y="3291840"/>
            <a:ext cx="7772400" cy="4572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828800" y="3291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Auto-Rückkehr nach AUTO_RETURN_MS (20 s) ohne Touch → UI_CLOCK  (ausgenommen: UI_INFO)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T2/T3/T4 State-spezifisch:  </a:t>
            </a:r>
            <a:pPr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onClock (Vol±) · onAlarm1/2 (Std/Min) · onSound1/2 (Datei/Vorschau) · onFuncs (Kuckuck/Licht/Mühlrad) · onCuckooTime (Von/Bis) · onInfo (WiFi/Reset)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bTn Wecker – State-Machine-Diagramme</dc:title>
  <dc:subject>PptxGenJS Presentation</dc:subject>
  <dc:creator>PptxGenJS</dc:creator>
  <cp:lastModifiedBy>PptxGenJS</cp:lastModifiedBy>
  <cp:revision>1</cp:revision>
  <dcterms:created xsi:type="dcterms:W3CDTF">2026-03-21T09:21:23Z</dcterms:created>
  <dcterms:modified xsi:type="dcterms:W3CDTF">2026-03-21T09:21:23Z</dcterms:modified>
</cp:coreProperties>
</file>